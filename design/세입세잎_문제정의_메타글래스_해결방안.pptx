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85fef2b1e4a58" /><Relationship Type="http://schemas.openxmlformats.org/officeDocument/2006/relationships/extended-properties" Target="/docProps/app.xml" Id="Rd4250a8e9ca44e0b" /><Relationship Type="http://schemas.openxmlformats.org/officeDocument/2006/relationships/officeDocument" Target="/ppt/presentation.xml" Id="Rb64611f8e883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fb6b9a72384e1f"/>
  </p:sldMasterIdLst>
  <p:notesMasterIdLst>
    <p:notesMasterId xmlns:r="http://schemas.openxmlformats.org/officeDocument/2006/relationships" r:id="Rdbfdb683f0794c19"/>
  </p:notesMasterIdLst>
  <p:sldIdLst>
    <p:sldId xmlns:r="http://schemas.openxmlformats.org/officeDocument/2006/relationships" id="256" r:id="Rd4880a854cd2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905bd285d4fa9" /><Relationship Type="http://schemas.openxmlformats.org/officeDocument/2006/relationships/slideMaster" Target="/ppt/slideMasters/slideMaster1.xml" Id="R99fb6b9a72384e1f" /><Relationship Type="http://schemas.openxmlformats.org/officeDocument/2006/relationships/notesMaster" Target="/ppt/notesMasters/notesMaster1.xml" Id="Rdbfdb683f0794c19" /><Relationship Type="http://schemas.openxmlformats.org/officeDocument/2006/relationships/presProps" Target="/ppt/presProps.xml" Id="R08db1919183d48e6" /><Relationship Type="http://schemas.openxmlformats.org/officeDocument/2006/relationships/tableStyles" Target="/ppt/tableStyles.xml" Id="R9084b58d88ca449f" /><Relationship Type="http://schemas.openxmlformats.org/officeDocument/2006/relationships/slide" Target="/ppt/slides/slide1.xml" Id="Rd4880a854cd2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1096a05cb46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542eafd4f746dc" /><Relationship Type="http://schemas.openxmlformats.org/officeDocument/2006/relationships/notesMaster" Target="/ppt/notesMasters/notesMaster1.xml" Id="R10a967c7cd6b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73e203926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086c679784cf7" /><Relationship Type="http://schemas.openxmlformats.org/officeDocument/2006/relationships/slideLayout" Target="/ppt/slideLayouts/slideLayout1.xml" Id="R35d55af29387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55af29387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ec3d3d6584ea3" /><Relationship Type="http://schemas.openxmlformats.org/officeDocument/2006/relationships/image" Target="/ppt/media/image.png" Id="R176c985fad674fc8" /><Relationship Type="http://schemas.openxmlformats.org/officeDocument/2006/relationships/notesSlide" Target="/ppt/notesSlides/notesSlide1.xml" Id="Rfc0c2caac08945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3E8F963-911B-4FF5-95AF-813DB59F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F8A52"/>
          </a:solidFill>
          <a:ln xmlns:a="http://schemas.openxmlformats.org/drawingml/2006/main" w="0">
            <a:solidFill>
              <a:srgbClr val="2F8A52"/>
            </a:solidFill>
            <a:prstDash val="solid"/>
          </a:ln>
        </p:spPr>
      </p:sp>
      <p:sp>
        <p:nvSpPr>
          <p:cNvPr id="2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7532E033-EDD9-493D-9577-74A16D5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문제 정의  |  AI 메타 글래스로 해결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c985fad674fc8"/>
          <a:stretch xmlns:a="http://schemas.openxmlformats.org/drawingml/2006/main"/>
        </p:blipFill>
        <p:spPr>
          <a:xfrm xmlns:a="http://schemas.openxmlformats.org/drawingml/2006/main">
            <a:off x="2152630" y="1181100"/>
            <a:ext cx="7886740" cy="4438650"/>
          </a:xfrm>
          <a:prstGeom xmlns:a="http://schemas.openxmlformats.org/drawingml/2006/main" prst="rect">
            <a:avLst/>
          </a:prstGeom>
        </p:spPr>
      </p:pic>
      <p:sp>
        <p:nvSpPr>
          <p:cNvPr id="4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045CC03E-EBB0-425C-878C-5E6B95C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"/>
            <a:ext cx="24003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C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임장에서 생기는 문제</a:t>
            </a:r>
          </a:p>
        </p:txBody>
      </p:sp>
      <p:sp>
        <p:nvSpPr>
          <p:cNvPr id="5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976D2879-71F9-4D20-963C-2D4D7CD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38275"/>
            <a:ext cx="20764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F8A52"/>
          </a:solidFill>
          <a:ln xmlns:a="http://schemas.openxmlformats.org/drawingml/2006/main" w="0">
            <a:solidFill>
              <a:srgbClr val="2F8A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Meta Ray-Ban + 세입세잎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BA892CD5-4D29-4724-888E-5311D33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822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C7E1C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63A"/>
                </a:solidFill>
              </a:defRPr>
            </a:pPr>
            <a:r>
              <a:rPr sz="1650" b="1">
                <a:solidFill>
                  <a:srgbClr val="24563A"/>
                </a:solidFill>
              </a:rPr>
              <a:t>손은 자유롭게, 기억은 더 정확하게  ·  영상 기록 + 음성 메모 + 근거 사진</a:t>
            </a:r>
          </a:p>
        </p:txBody>
      </p:sp>
    </p:spTree>
    <p:extLst>
      <p:ext uri="{BB962C8B-B14F-4D97-AF65-F5344CB8AC3E}">
        <p14:creationId xmlns:p14="http://schemas.microsoft.com/office/powerpoint/2010/main" val="58195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2026-08-24T06:21:25.7810000Z</dcterms:created>
  <dcterms:modified xsi:type="dcterms:W3CDTF">2026-08-24T06:21:25.7810000Z</dcterms:modified>
</coreProperties>
</file>